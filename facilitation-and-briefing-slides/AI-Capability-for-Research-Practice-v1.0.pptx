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Capability for Research Practice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Legitimising responsible AI use across the research lifecycle</a:t>
            </a:r>
          </a:p>
          <a:p/>
          <a:p>
            <a:r>
              <a:t>For research-intensive education and public research contexts</a:t>
            </a:r>
          </a:p>
          <a:p/>
          <a:p>
            <a:r>
              <a:t>CloudPedagogy · CC BY-NC-SA · 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Use in Research Needs Explicit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already embedded in literature review, analysis, and writing</a:t>
            </a:r>
          </a:p>
          <a:p>
            <a:pPr lvl="1"/>
            <a:r>
              <a:t>Much AI use currently happens informally or invisibly</a:t>
            </a:r>
          </a:p>
          <a:p>
            <a:pPr lvl="1"/>
            <a:r>
              <a:t>Lack of clarity creates risk for integrity and trust</a:t>
            </a:r>
          </a:p>
          <a:p>
            <a:pPr lvl="1"/>
            <a:r>
              <a:t>Institutions need shared norms, not silent workarounds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Informal AI Use to Defensible Research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Responsible use requires transparency and reflection</a:t>
            </a:r>
          </a:p>
          <a:p>
            <a:pPr lvl="1"/>
            <a:r>
              <a:t>Judgement and authorship remain human responsibilities</a:t>
            </a:r>
          </a:p>
          <a:p>
            <a:pPr lvl="1"/>
            <a:r>
              <a:t>AI should support, not substitute, scholarly work</a:t>
            </a:r>
          </a:p>
          <a:p>
            <a:pPr lvl="1"/>
            <a:r>
              <a:t>Explicit norms protect researchers and institutions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AI Appears Across the Research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 generation and scoping</a:t>
            </a:r>
          </a:p>
          <a:p>
            <a:pPr lvl="1"/>
            <a:r>
              <a:t>Literature exploration and synthesis</a:t>
            </a:r>
          </a:p>
          <a:p>
            <a:pPr lvl="1"/>
            <a:r>
              <a:t>Data analysis and interpretation</a:t>
            </a:r>
          </a:p>
          <a:p>
            <a:pPr lvl="1"/>
            <a:r>
              <a:t>Writing, editing, and communication</a:t>
            </a:r>
          </a:p>
          <a:p>
            <a:pPr lvl="1"/>
            <a:r>
              <a:t>Grant preparation and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Capability Framework (Research Lens)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for responsible, effective, and transparent AI use in research</a:t>
            </a:r>
          </a:p>
          <a:p>
            <a:pPr lvl="1"/>
            <a:r>
              <a:t>Six interconnected domains</a:t>
            </a:r>
          </a:p>
          <a:p>
            <a:pPr lvl="1"/>
            <a:r>
              <a:t>Applies across disciplines and methodologies</a:t>
            </a:r>
          </a:p>
          <a:p>
            <a:pPr lvl="1"/>
            <a:r>
              <a:t>Supports integrity, rigour, and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Awareness &amp;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AI capabilities and limits in research contexts</a:t>
            </a:r>
          </a:p>
          <a:p>
            <a:pPr lvl="1"/>
            <a:r>
              <a:t>Awareness of uncertainty, bias, and hallucination</a:t>
            </a:r>
          </a:p>
          <a:p>
            <a:pPr lvl="1"/>
            <a:r>
              <a:t>Knowing when AI support is appropriate</a:t>
            </a:r>
          </a:p>
          <a:p>
            <a:pPr lvl="1"/>
            <a:r>
              <a:t>Avoiding uncritical reliance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Human–AI Co-Agency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Maintaining researcher ownership of decisions and claims</a:t>
            </a:r>
          </a:p>
          <a:p>
            <a:pPr lvl="1"/>
            <a:r>
              <a:t>Clear attribution of intellectual contribution</a:t>
            </a:r>
          </a:p>
          <a:p>
            <a:pPr lvl="1"/>
            <a:r>
              <a:t>Using AI as a support, not an author</a:t>
            </a:r>
          </a:p>
          <a:p>
            <a:pPr lvl="1"/>
            <a:r>
              <a:t>Preserving scholarly judgement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Applied Practice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AI to support exploration and efficiency</a:t>
            </a:r>
          </a:p>
          <a:p>
            <a:pPr lvl="1"/>
            <a:r>
              <a:t>Experimenting responsibly with new methods</a:t>
            </a:r>
          </a:p>
          <a:p>
            <a:pPr lvl="1"/>
            <a:r>
              <a:t>Documenting AI-supported processes</a:t>
            </a:r>
          </a:p>
          <a:p>
            <a:pPr lvl="1"/>
            <a:r>
              <a:t>Sharing emerging good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Ethics, Equity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Considering bias, representation, and exclusion</a:t>
            </a:r>
          </a:p>
          <a:p>
            <a:pPr lvl="1"/>
            <a:r>
              <a:t>Responsible use of sensitive or proprietary data</a:t>
            </a:r>
          </a:p>
          <a:p>
            <a:pPr lvl="1"/>
            <a:r>
              <a:t>Implications for research participants and communities</a:t>
            </a:r>
          </a:p>
          <a:p>
            <a:pPr lvl="1"/>
            <a:r>
              <a:t>Maintaining public trust in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Decision-Making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Alignment with ethics approval and research integrity processes</a:t>
            </a:r>
          </a:p>
          <a:p>
            <a:pPr lvl="1"/>
            <a:r>
              <a:t>Clear guidance on disclosure and transparency</a:t>
            </a:r>
          </a:p>
          <a:p>
            <a:pPr lvl="1"/>
            <a:r>
              <a:t>Institutional oversight and assurance</a:t>
            </a:r>
          </a:p>
          <a:p>
            <a:pPr lvl="1"/>
            <a:r>
              <a:t>Defensible responses to scrutiny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Reflection, Learning &amp; Renewal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Reviewing AI-supported research practices</a:t>
            </a:r>
          </a:p>
          <a:p>
            <a:pPr lvl="1"/>
            <a:r>
              <a:t>Learning from errors and near-misses</a:t>
            </a:r>
          </a:p>
          <a:p>
            <a:pPr lvl="1"/>
            <a:r>
              <a:t>Updating norms as tools evolve</a:t>
            </a:r>
          </a:p>
          <a:p>
            <a:pPr lvl="1"/>
            <a:r>
              <a:t>Building collective research capability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Integrity, Transparency, and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 AI use supports trust, not suspicion</a:t>
            </a:r>
          </a:p>
          <a:p>
            <a:pPr lvl="1"/>
            <a:r>
              <a:t>Clear norms protect researchers from accusation</a:t>
            </a:r>
          </a:p>
          <a:p>
            <a:pPr lvl="1"/>
            <a:r>
              <a:t>Transparency strengthens peer review and reproducibility</a:t>
            </a:r>
          </a:p>
          <a:p>
            <a:pPr lvl="1"/>
            <a:r>
              <a:t>Responsible use sustains public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Framework in Research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Doctoral training and researcher development</a:t>
            </a:r>
          </a:p>
          <a:p>
            <a:pPr lvl="1"/>
            <a:r>
              <a:t>Lab and research group discussions</a:t>
            </a:r>
          </a:p>
          <a:p>
            <a:pPr lvl="1"/>
            <a:r>
              <a:t>Research ethics and integrity committees</a:t>
            </a:r>
          </a:p>
          <a:p>
            <a:pPr lvl="1"/>
            <a:r>
              <a:t>Institutional guidance and policy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Questions to Ask About AI in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is AI already influencing our research practice?</a:t>
            </a:r>
          </a:p>
          <a:p>
            <a:pPr lvl="1"/>
            <a:r>
              <a:t>How is authorship and responsibility maintained?</a:t>
            </a:r>
          </a:p>
          <a:p>
            <a:pPr lvl="1"/>
            <a:r>
              <a:t>What disclosure is appropriate and sufficient?</a:t>
            </a:r>
          </a:p>
          <a:p>
            <a:pPr lvl="1"/>
            <a:r>
              <a:t>How do we ensure rigour and trustworthiness?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Reuse and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is designed to support research practice discussions</a:t>
            </a:r>
          </a:p>
          <a:p>
            <a:pPr lvl="1"/>
            <a:r>
              <a:t>You are encouraged to adapt it for local contexts</a:t>
            </a:r>
          </a:p>
          <a:p>
            <a:pPr lvl="1"/>
            <a:r>
              <a:t>Please attribute CloudPedagogy and the AI Capability Framework</a:t>
            </a:r>
          </a:p>
          <a:p>
            <a:pPr lvl="1"/>
            <a:r>
              <a:t>Licensed under Creative Commons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